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aa74fb60354bb5" /><Relationship Type="http://schemas.openxmlformats.org/officeDocument/2006/relationships/extended-properties" Target="/docProps/app.xml" Id="R910ae6ed43e24af6" /><Relationship Type="http://schemas.openxmlformats.org/officeDocument/2006/relationships/officeDocument" Target="/ppt/presentation.xml" Id="Rd067988bdefb44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93fea024034265"/>
  </p:sldMasterIdLst>
  <p:notesMasterIdLst>
    <p:notesMasterId xmlns:r="http://schemas.openxmlformats.org/officeDocument/2006/relationships" r:id="R9f44f3a18ed4418d"/>
  </p:notesMasterIdLst>
  <p:sldIdLst>
    <p:sldId xmlns:r="http://schemas.openxmlformats.org/officeDocument/2006/relationships" id="256" r:id="R07c658f089fb43a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93fea024034265" /><Relationship Type="http://schemas.openxmlformats.org/officeDocument/2006/relationships/theme" Target="/ppt/theme/theme1.xml" Id="R946a5dd7639645ec" /><Relationship Type="http://schemas.openxmlformats.org/officeDocument/2006/relationships/notesMaster" Target="/ppt/notesMasters/notesMaster1.xml" Id="R9f44f3a18ed4418d" /><Relationship Type="http://schemas.openxmlformats.org/officeDocument/2006/relationships/presProps" Target="/ppt/presProps.xml" Id="R6d275cb125d143db" /><Relationship Type="http://schemas.openxmlformats.org/officeDocument/2006/relationships/viewProps" Target="/ppt/viewProps.xml" Id="R0052b514516e4435" /><Relationship Type="http://schemas.openxmlformats.org/officeDocument/2006/relationships/tableStyles" Target="/ppt/tableStyles.xml" Id="Rd739a59f200a4cdf" /><Relationship Type="http://schemas.openxmlformats.org/officeDocument/2006/relationships/slide" Target="/ppt/slides/slide1.xml" Id="R07c658f089fb43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f84898d33ec47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37c96bd77e4728" /><Relationship Type="http://schemas.openxmlformats.org/officeDocument/2006/relationships/notesMaster" Target="/ppt/notesMasters/notesMaster1.xml" Id="Raa25ef85ff1749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610458e062414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0f0bff6ab324b3c" /><Relationship Type="http://schemas.openxmlformats.org/officeDocument/2006/relationships/slideLayout" Target="/ppt/slideLayouts/slideLayout2.xml" Id="R740cf380fd904c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0cf380fd904c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936b3cffbe4262" /><Relationship Type="http://schemas.openxmlformats.org/officeDocument/2006/relationships/image" Target="/ppt/media/image.jpeg" Id="R44102ad5d78f49aa" /><Relationship Type="http://schemas.openxmlformats.org/officeDocument/2006/relationships/notesSlide" Target="/ppt/notesSlides/notesSlide1.xml" Id="R97b1a286ff974e0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02ad5d78f49aa"/>
          <a:srcRect xmlns:a="http://schemas.openxmlformats.org/drawingml/2006/main" l="0" t="3711" r="0" b="37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7613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2026-05-22T17:09:37.0990000Z</dcterms:created>
  <dcterms:modified xsi:type="dcterms:W3CDTF">2026-05-22T17:09:37.0990000Z</dcterms:modified>
</coreProperties>
</file>