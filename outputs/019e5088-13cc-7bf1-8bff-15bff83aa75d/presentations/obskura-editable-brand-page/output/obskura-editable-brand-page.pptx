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6ed38371f746d8" /><Relationship Type="http://schemas.openxmlformats.org/officeDocument/2006/relationships/extended-properties" Target="/docProps/app.xml" Id="Re61b1a9521834169" /><Relationship Type="http://schemas.openxmlformats.org/officeDocument/2006/relationships/officeDocument" Target="/ppt/presentation.xml" Id="Rd17ec10f3c9d4c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988878aec34570"/>
  </p:sldMasterIdLst>
  <p:notesMasterIdLst>
    <p:notesMasterId xmlns:r="http://schemas.openxmlformats.org/officeDocument/2006/relationships" r:id="R2e8d5d2c5e6d45c5"/>
  </p:notesMasterIdLst>
  <p:sldIdLst>
    <p:sldId xmlns:r="http://schemas.openxmlformats.org/officeDocument/2006/relationships" id="256" r:id="Rd04c9a810da54d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88878aec34570" /><Relationship Type="http://schemas.openxmlformats.org/officeDocument/2006/relationships/theme" Target="/ppt/theme/theme1.xml" Id="R6e1b7033a9c44c8e" /><Relationship Type="http://schemas.openxmlformats.org/officeDocument/2006/relationships/notesMaster" Target="/ppt/notesMasters/notesMaster1.xml" Id="R2e8d5d2c5e6d45c5" /><Relationship Type="http://schemas.openxmlformats.org/officeDocument/2006/relationships/presProps" Target="/ppt/presProps.xml" Id="R7be7295e5296477b" /><Relationship Type="http://schemas.openxmlformats.org/officeDocument/2006/relationships/viewProps" Target="/ppt/viewProps.xml" Id="Raaed1d9380744b57" /><Relationship Type="http://schemas.openxmlformats.org/officeDocument/2006/relationships/tableStyles" Target="/ppt/tableStyles.xml" Id="R7a0ca4fe50cc4afc" /><Relationship Type="http://schemas.openxmlformats.org/officeDocument/2006/relationships/slide" Target="/ppt/slides/slide1.xml" Id="Rd04c9a810da54d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78ad77b0c9b49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82523775524652" /><Relationship Type="http://schemas.openxmlformats.org/officeDocument/2006/relationships/notesMaster" Target="/ppt/notesMasters/notesMaster1.xml" Id="Ra68bd6d6c14e43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c240a89d9426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d143a4a70ff432a" /><Relationship Type="http://schemas.openxmlformats.org/officeDocument/2006/relationships/slideLayout" Target="/ppt/slideLayouts/slideLayout2.xml" Id="Rb24d670f840041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4d670f840041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a044273e054b8f" /><Relationship Type="http://schemas.openxmlformats.org/officeDocument/2006/relationships/image" Target="/ppt/media/image.jpeg" Id="R422646f9305a4819" /><Relationship Type="http://schemas.openxmlformats.org/officeDocument/2006/relationships/image" Target="/ppt/media/image.png" Id="R670885a0f56741e7" /><Relationship Type="http://schemas.openxmlformats.org/officeDocument/2006/relationships/image" Target="/ppt/media/image2.png" Id="R7b9e7722ba244951" /><Relationship Type="http://schemas.openxmlformats.org/officeDocument/2006/relationships/notesSlide" Target="/ppt/notesSlides/notesSlide1.xml" Id="R93499047413542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paper">
            <a:extLst xmlns:a="http://schemas.openxmlformats.org/drawingml/2006/main">
              <a:ext uri="{FF2B5EF4-FFF2-40B4-BE49-F238E27FC236}">
                <a16:creationId xmlns:a16="http://schemas.microsoft.com/office/drawing/2014/main" id="{804F1B34-FBC3-4C7E-9D50-15AB9391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ink-panel">
            <a:extLst xmlns:a="http://schemas.openxmlformats.org/drawingml/2006/main">
              <a:ext uri="{FF2B5EF4-FFF2-40B4-BE49-F238E27FC236}">
                <a16:creationId xmlns:a16="http://schemas.microsoft.com/office/drawing/2014/main" id="{AEBB0FD9-4F62-44C9-80C1-14DBBC73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57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646f9305a4819"/>
          <a:srcRect xmlns:a="http://schemas.openxmlformats.org/drawingml/2006/main" l="21513" t="0" r="215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85787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hero-dark-overlay">
            <a:extLst xmlns:a="http://schemas.openxmlformats.org/drawingml/2006/main">
              <a:ext uri="{FF2B5EF4-FFF2-40B4-BE49-F238E27FC236}">
                <a16:creationId xmlns:a16="http://schemas.microsoft.com/office/drawing/2014/main" id="{D93BD9F3-D6DF-465E-908B-0C235FAE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57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>
              <a:alpha val="8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885a0f56741e7"/>
          <a:stretch xmlns:a="http://schemas.openxmlformats.org/drawingml/2006/main"/>
        </p:blipFill>
        <p:spPr>
          <a:xfrm xmlns:a="http://schemas.openxmlformats.org/drawingml/2006/main">
            <a:off x="704850" y="591685"/>
            <a:ext cx="609600" cy="569229"/>
          </a:xfrm>
          <a:prstGeom xmlns:a="http://schemas.openxmlformats.org/drawingml/2006/main" prst="rect">
            <a:avLst/>
          </a:prstGeom>
        </p:spPr>
      </p:pic>
      <p:sp>
        <p:nvSpPr>
          <p:cNvPr id="6" name="wordmark-text">
            <a:extLst xmlns:a="http://schemas.openxmlformats.org/drawingml/2006/main">
              <a:ext uri="{FF2B5EF4-FFF2-40B4-BE49-F238E27FC236}">
                <a16:creationId xmlns:a16="http://schemas.microsoft.com/office/drawing/2014/main" id="{0E6B9635-3B75-4413-9209-8E871B87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810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1275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rPr>
              <a:t>Obskura</a:t>
            </a:r>
          </a:p>
        </p:txBody>
      </p:sp>
      <p:sp>
        <p:nvSpPr>
          <p:cNvPr id="7" name="main-obskura-type">
            <a:extLst xmlns:a="http://schemas.openxmlformats.org/drawingml/2006/main">
              <a:ext uri="{FF2B5EF4-FFF2-40B4-BE49-F238E27FC236}">
                <a16:creationId xmlns:a16="http://schemas.microsoft.com/office/drawing/2014/main" id="{4FED0C26-2557-48CA-B02F-B60B3DB6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495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rPr>
              <a:t>OBSKURA</a:t>
            </a:r>
          </a:p>
        </p:txBody>
      </p:sp>
      <p:sp>
        <p:nvSpPr>
          <p:cNvPr id="8" name="type-divider">
            <a:extLst xmlns:a="http://schemas.openxmlformats.org/drawingml/2006/main">
              <a:ext uri="{FF2B5EF4-FFF2-40B4-BE49-F238E27FC236}">
                <a16:creationId xmlns:a16="http://schemas.microsoft.com/office/drawing/2014/main" id="{B28EA1F1-0E1A-4AE5-ACC7-C7F3D5AE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font-label-1">
            <a:extLst xmlns:a="http://schemas.openxmlformats.org/drawingml/2006/main">
              <a:ext uri="{FF2B5EF4-FFF2-40B4-BE49-F238E27FC236}">
                <a16:creationId xmlns:a16="http://schemas.microsoft.com/office/drawing/2014/main" id="{13809A0B-75F2-41E0-A738-D250101A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MonumentExtended</a:t>
            </a:r>
          </a:p>
        </p:txBody>
      </p:sp>
      <p:sp>
        <p:nvSpPr>
          <p:cNvPr id="10" name="font-sample-1">
            <a:extLst xmlns:a="http://schemas.openxmlformats.org/drawingml/2006/main">
              <a:ext uri="{FF2B5EF4-FFF2-40B4-BE49-F238E27FC236}">
                <a16:creationId xmlns:a16="http://schemas.microsoft.com/office/drawing/2014/main" id="{CD63C508-8E4A-4CE9-894E-9F43478C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225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rPr>
              <a:t>OBSKURA</a:t>
            </a:r>
          </a:p>
        </p:txBody>
      </p:sp>
      <p:sp>
        <p:nvSpPr>
          <p:cNvPr id="11" name="font-label-2">
            <a:extLst xmlns:a="http://schemas.openxmlformats.org/drawingml/2006/main">
              <a:ext uri="{FF2B5EF4-FFF2-40B4-BE49-F238E27FC236}">
                <a16:creationId xmlns:a16="http://schemas.microsoft.com/office/drawing/2014/main" id="{F5DFA895-9E4D-4BDF-ACC3-068D5924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MonumentExtended-light</a:t>
            </a:r>
          </a:p>
        </p:txBody>
      </p:sp>
      <p:sp>
        <p:nvSpPr>
          <p:cNvPr id="12" name="font-sample-2">
            <a:extLst xmlns:a="http://schemas.openxmlformats.org/drawingml/2006/main">
              <a:ext uri="{FF2B5EF4-FFF2-40B4-BE49-F238E27FC236}">
                <a16:creationId xmlns:a16="http://schemas.microsoft.com/office/drawing/2014/main" id="{80DCFC39-3DA5-4A99-A30B-9D9E828A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onumentExtended-light"/>
                <a:ea typeface="MonumentExtended-light"/>
                <a:cs typeface="MonumentExtended-light"/>
              </a:defRPr>
            </a:pPr>
            <a:r>
              <a:rPr sz="2175" b="0">
                <a:solidFill>
                  <a:srgbClr val="FFFFFF"/>
                </a:solidFill>
                <a:latin typeface="MonumentExtended-light"/>
                <a:ea typeface="MonumentExtended-light"/>
                <a:cs typeface="MonumentExtended-light"/>
              </a:rPr>
              <a:t>OBSKURA</a:t>
            </a:r>
          </a:p>
        </p:txBody>
      </p:sp>
      <p:sp>
        <p:nvSpPr>
          <p:cNvPr id="13" name="font-label-3">
            <a:extLst xmlns:a="http://schemas.openxmlformats.org/drawingml/2006/main">
              <a:ext uri="{FF2B5EF4-FFF2-40B4-BE49-F238E27FC236}">
                <a16:creationId xmlns:a16="http://schemas.microsoft.com/office/drawing/2014/main" id="{9FC55D25-E317-48D1-ACF6-9D3032A7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SpaceGrotesk</a:t>
            </a:r>
          </a:p>
        </p:txBody>
      </p:sp>
      <p:sp>
        <p:nvSpPr>
          <p:cNvPr id="14" name="font-sample-3">
            <a:extLst xmlns:a="http://schemas.openxmlformats.org/drawingml/2006/main">
              <a:ext uri="{FF2B5EF4-FFF2-40B4-BE49-F238E27FC236}">
                <a16:creationId xmlns:a16="http://schemas.microsoft.com/office/drawing/2014/main" id="{FFAE8BE4-29D7-40E0-B9DF-7E76721E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673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SpaceGrotesk"/>
                <a:ea typeface="SpaceGrotesk"/>
                <a:cs typeface="SpaceGrotesk"/>
              </a:defRPr>
            </a:pPr>
            <a:r>
              <a:rPr sz="2100" b="0">
                <a:solidFill>
                  <a:srgbClr val="FFFFFF"/>
                </a:solidFill>
                <a:latin typeface="SpaceGrotesk"/>
                <a:ea typeface="SpaceGrotesk"/>
                <a:cs typeface="SpaceGrotesk"/>
              </a:rPr>
              <a:t>Obskura</a:t>
            </a:r>
          </a:p>
        </p:txBody>
      </p:sp>
      <p:sp>
        <p:nvSpPr>
          <p:cNvPr id="15" name="font-label-4">
            <a:extLst xmlns:a="http://schemas.openxmlformats.org/drawingml/2006/main">
              <a:ext uri="{FF2B5EF4-FFF2-40B4-BE49-F238E27FC236}">
                <a16:creationId xmlns:a16="http://schemas.microsoft.com/office/drawing/2014/main" id="{72E19F80-63D1-43FC-969F-7479003A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sohne-light</a:t>
            </a:r>
          </a:p>
        </p:txBody>
      </p:sp>
      <p:sp>
        <p:nvSpPr>
          <p:cNvPr id="16" name="font-sample-4">
            <a:extLst xmlns:a="http://schemas.openxmlformats.org/drawingml/2006/main">
              <a:ext uri="{FF2B5EF4-FFF2-40B4-BE49-F238E27FC236}">
                <a16:creationId xmlns:a16="http://schemas.microsoft.com/office/drawing/2014/main" id="{6AD5A091-5959-49B8-B4EE-C6772EED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sohne-light"/>
                <a:ea typeface="sohne-light"/>
                <a:cs typeface="sohne-light"/>
              </a:defRPr>
            </a:pPr>
            <a:r>
              <a:rPr sz="2100" b="0">
                <a:solidFill>
                  <a:srgbClr val="FFFFFF"/>
                </a:solidFill>
                <a:latin typeface="sohne-light"/>
                <a:ea typeface="sohne-light"/>
                <a:cs typeface="sohne-light"/>
              </a:rPr>
              <a:t>Obskura</a:t>
            </a:r>
          </a:p>
        </p:txBody>
      </p:sp>
      <p:sp>
        <p:nvSpPr>
          <p:cNvPr id="17" name="font-label-5">
            <a:extLst xmlns:a="http://schemas.openxmlformats.org/drawingml/2006/main">
              <a:ext uri="{FF2B5EF4-FFF2-40B4-BE49-F238E27FC236}">
                <a16:creationId xmlns:a16="http://schemas.microsoft.com/office/drawing/2014/main" id="{9FF9E5AD-0FE2-41A9-9431-CC2AADF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GT-Alpina-Light-Italic</a:t>
            </a:r>
          </a:p>
        </p:txBody>
      </p:sp>
      <p:sp>
        <p:nvSpPr>
          <p:cNvPr id="18" name="font-sample-5">
            <a:extLst xmlns:a="http://schemas.openxmlformats.org/drawingml/2006/main">
              <a:ext uri="{FF2B5EF4-FFF2-40B4-BE49-F238E27FC236}">
                <a16:creationId xmlns:a16="http://schemas.microsoft.com/office/drawing/2014/main" id="{9E7C6E5F-B735-4A46-9974-1A16F29F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05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T-Alpine"/>
                <a:ea typeface="GT-Alpine"/>
                <a:cs typeface="GT-Alpine"/>
              </a:defRPr>
            </a:pPr>
            <a:r>
              <a:rPr sz="2550" b="0">
                <a:solidFill>
                  <a:srgbClr val="FFFFFF"/>
                </a:solidFill>
                <a:latin typeface="GT-Alpine"/>
                <a:ea typeface="GT-Alpine"/>
                <a:cs typeface="GT-Alpine"/>
              </a:rPr>
              <a:t>Obskura</a:t>
            </a:r>
          </a:p>
        </p:txBody>
      </p:sp>
      <p:sp>
        <p:nvSpPr>
          <p:cNvPr id="19" name="swatch-#ece9e1">
            <a:extLst xmlns:a="http://schemas.openxmlformats.org/drawingml/2006/main">
              <a:ext uri="{FF2B5EF4-FFF2-40B4-BE49-F238E27FC236}">
                <a16:creationId xmlns:a16="http://schemas.microsoft.com/office/drawing/2014/main" id="{3EF45792-C1C0-4C90-9D17-7CE3658E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09600"/>
            <a:ext cx="76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E1"/>
          </a:solidFill>
          <a:ln xmlns:a="http://schemas.openxmlformats.org/drawingml/2006/main" w="9525">
            <a:solidFill>
              <a:srgbClr val="0C0C0C">
                <a:alpha val="33333"/>
              </a:srgbClr>
            </a:solidFill>
            <a:prstDash val="solid"/>
          </a:ln>
        </p:spPr>
      </p:sp>
      <p:sp>
        <p:nvSpPr>
          <p:cNvPr id="20" name="swatch-label-1">
            <a:extLst xmlns:a="http://schemas.openxmlformats.org/drawingml/2006/main">
              <a:ext uri="{FF2B5EF4-FFF2-40B4-BE49-F238E27FC236}">
                <a16:creationId xmlns:a16="http://schemas.microsoft.com/office/drawing/2014/main" id="{1ED2501E-C6C0-40A1-980D-A0303247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478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0C0C0C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0C0C0C"/>
                </a:solidFill>
                <a:latin typeface="Courier New"/>
                <a:ea typeface="Courier New"/>
                <a:cs typeface="Courier New"/>
              </a:rPr>
              <a:t>#ece9e1</a:t>
            </a:r>
          </a:p>
        </p:txBody>
      </p:sp>
      <p:sp>
        <p:nvSpPr>
          <p:cNvPr id="21" name="swatch-#0c0c0c">
            <a:extLst xmlns:a="http://schemas.openxmlformats.org/drawingml/2006/main">
              <a:ext uri="{FF2B5EF4-FFF2-40B4-BE49-F238E27FC236}">
                <a16:creationId xmlns:a16="http://schemas.microsoft.com/office/drawing/2014/main" id="{CFF4296A-FE75-4837-9827-57DB53E6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09600"/>
            <a:ext cx="76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9525">
            <a:solidFill>
              <a:srgbClr val="0C0C0C">
                <a:alpha val="33333"/>
              </a:srgbClr>
            </a:solidFill>
            <a:prstDash val="solid"/>
          </a:ln>
        </p:spPr>
      </p:sp>
      <p:sp>
        <p:nvSpPr>
          <p:cNvPr id="22" name="swatch-label-2">
            <a:extLst xmlns:a="http://schemas.openxmlformats.org/drawingml/2006/main">
              <a:ext uri="{FF2B5EF4-FFF2-40B4-BE49-F238E27FC236}">
                <a16:creationId xmlns:a16="http://schemas.microsoft.com/office/drawing/2014/main" id="{D7CB636D-7907-4291-9F8D-A0033131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478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#0c0c0c</a:t>
            </a:r>
          </a:p>
        </p:txBody>
      </p:sp>
      <p:sp>
        <p:nvSpPr>
          <p:cNvPr id="23" name="swatch-#f84c29">
            <a:extLst xmlns:a="http://schemas.openxmlformats.org/drawingml/2006/main">
              <a:ext uri="{FF2B5EF4-FFF2-40B4-BE49-F238E27FC236}">
                <a16:creationId xmlns:a16="http://schemas.microsoft.com/office/drawing/2014/main" id="{7E5D8EA4-5721-427B-94A6-8492BDF1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09600"/>
            <a:ext cx="76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9525">
            <a:solidFill>
              <a:srgbClr val="0C0C0C">
                <a:alpha val="33333"/>
              </a:srgbClr>
            </a:solidFill>
            <a:prstDash val="solid"/>
          </a:ln>
        </p:spPr>
      </p:sp>
      <p:sp>
        <p:nvSpPr>
          <p:cNvPr id="24" name="swatch-label-3">
            <a:extLst xmlns:a="http://schemas.openxmlformats.org/drawingml/2006/main">
              <a:ext uri="{FF2B5EF4-FFF2-40B4-BE49-F238E27FC236}">
                <a16:creationId xmlns:a16="http://schemas.microsoft.com/office/drawing/2014/main" id="{2D432737-B4F2-44A4-9FD8-7A07C2BA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478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#f84c29</a:t>
            </a:r>
          </a:p>
        </p:txBody>
      </p:sp>
      <p:sp>
        <p:nvSpPr>
          <p:cNvPr id="25" name="swatch-#bed2f5">
            <a:extLst xmlns:a="http://schemas.openxmlformats.org/drawingml/2006/main">
              <a:ext uri="{FF2B5EF4-FFF2-40B4-BE49-F238E27FC236}">
                <a16:creationId xmlns:a16="http://schemas.microsoft.com/office/drawing/2014/main" id="{5AB473E8-A27F-4190-A2D6-E062D982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609600"/>
            <a:ext cx="76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2F5"/>
          </a:solidFill>
          <a:ln xmlns:a="http://schemas.openxmlformats.org/drawingml/2006/main" w="9525">
            <a:solidFill>
              <a:srgbClr val="0C0C0C">
                <a:alpha val="33333"/>
              </a:srgbClr>
            </a:solidFill>
            <a:prstDash val="solid"/>
          </a:ln>
        </p:spPr>
      </p:sp>
      <p:sp>
        <p:nvSpPr>
          <p:cNvPr id="26" name="swatch-label-4">
            <a:extLst xmlns:a="http://schemas.openxmlformats.org/drawingml/2006/main">
              <a:ext uri="{FF2B5EF4-FFF2-40B4-BE49-F238E27FC236}">
                <a16:creationId xmlns:a16="http://schemas.microsoft.com/office/drawing/2014/main" id="{DBF3E6B7-4671-4673-941F-0AA79989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478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0C0C0C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0C0C0C"/>
                </a:solidFill>
                <a:latin typeface="Courier New"/>
                <a:ea typeface="Courier New"/>
                <a:cs typeface="Courier New"/>
              </a:rPr>
              <a:t>#bed2f5</a:t>
            </a:r>
          </a:p>
        </p:txBody>
      </p:sp>
      <p:sp>
        <p:nvSpPr>
          <p:cNvPr id="27" name="swatch-#2b2d42">
            <a:extLst xmlns:a="http://schemas.openxmlformats.org/drawingml/2006/main">
              <a:ext uri="{FF2B5EF4-FFF2-40B4-BE49-F238E27FC236}">
                <a16:creationId xmlns:a16="http://schemas.microsoft.com/office/drawing/2014/main" id="{F29AEC8C-C951-4CAD-BD0B-95FECD9E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09600"/>
            <a:ext cx="76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D42"/>
          </a:solidFill>
          <a:ln xmlns:a="http://schemas.openxmlformats.org/drawingml/2006/main" w="9525">
            <a:solidFill>
              <a:srgbClr val="0C0C0C">
                <a:alpha val="33333"/>
              </a:srgbClr>
            </a:solidFill>
            <a:prstDash val="solid"/>
          </a:ln>
        </p:spPr>
      </p:sp>
      <p:sp>
        <p:nvSpPr>
          <p:cNvPr id="28" name="swatch-label-5">
            <a:extLst xmlns:a="http://schemas.openxmlformats.org/drawingml/2006/main">
              <a:ext uri="{FF2B5EF4-FFF2-40B4-BE49-F238E27FC236}">
                <a16:creationId xmlns:a16="http://schemas.microsoft.com/office/drawing/2014/main" id="{96B5BB52-347B-473C-8576-F404E323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8478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#2b2d42</a:t>
            </a:r>
          </a:p>
        </p:txBody>
      </p:sp>
      <p:sp>
        <p:nvSpPr>
          <p:cNvPr id="29" name="swatch-#676767">
            <a:extLst xmlns:a="http://schemas.openxmlformats.org/drawingml/2006/main">
              <a:ext uri="{FF2B5EF4-FFF2-40B4-BE49-F238E27FC236}">
                <a16:creationId xmlns:a16="http://schemas.microsoft.com/office/drawing/2014/main" id="{E8EEF9B2-47E3-4E39-8BE7-A699EF49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09600"/>
            <a:ext cx="76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6767"/>
          </a:solidFill>
          <a:ln xmlns:a="http://schemas.openxmlformats.org/drawingml/2006/main" w="9525">
            <a:solidFill>
              <a:srgbClr val="0C0C0C">
                <a:alpha val="33333"/>
              </a:srgbClr>
            </a:solidFill>
            <a:prstDash val="solid"/>
          </a:ln>
        </p:spPr>
      </p:sp>
      <p:sp>
        <p:nvSpPr>
          <p:cNvPr id="30" name="swatch-label-6">
            <a:extLst xmlns:a="http://schemas.openxmlformats.org/drawingml/2006/main">
              <a:ext uri="{FF2B5EF4-FFF2-40B4-BE49-F238E27FC236}">
                <a16:creationId xmlns:a16="http://schemas.microsoft.com/office/drawing/2014/main" id="{B8873A4C-7857-4754-988D-CF3EE5E7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18478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#676767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e7722ba244951"/>
          <a:srcRect xmlns:a="http://schemas.openxmlformats.org/drawingml/2006/main" l="4622" t="0" r="46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2419350"/>
            <a:ext cx="4857750" cy="2857500"/>
          </a:xfrm>
          <a:prstGeom xmlns:a="http://schemas.openxmlformats.org/drawingml/2006/main" prst="rect">
            <a:avLst/>
          </a:prstGeom>
        </p:spPr>
      </p:pic>
      <p:sp>
        <p:nvSpPr>
          <p:cNvPr id="3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D53BE791-FC91-439F-9E24-8F50374C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007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os-mark-text">
            <a:extLst xmlns:a="http://schemas.openxmlformats.org/drawingml/2006/main">
              <a:ext uri="{FF2B5EF4-FFF2-40B4-BE49-F238E27FC236}">
                <a16:creationId xmlns:a16="http://schemas.microsoft.com/office/drawing/2014/main" id="{6EE6CE6D-38DC-403D-9442-1281D583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293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84C29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4050" b="0">
                <a:solidFill>
                  <a:srgbClr val="F84C29"/>
                </a:solidFill>
                <a:latin typeface="MonumentExtended"/>
                <a:ea typeface="MonumentExtended"/>
                <a:cs typeface="MonumentExtended"/>
              </a:rPr>
              <a:t>OS</a:t>
            </a:r>
          </a:p>
        </p:txBody>
      </p:sp>
      <p:sp>
        <p:nvSpPr>
          <p:cNvPr id="34" name="source-labels">
            <a:extLst xmlns:a="http://schemas.openxmlformats.org/drawingml/2006/main">
              <a:ext uri="{FF2B5EF4-FFF2-40B4-BE49-F238E27FC236}">
                <a16:creationId xmlns:a16="http://schemas.microsoft.com/office/drawing/2014/main" id="{6D5AE063-612F-4F3E-B4BA-1EAADF06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1980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C0C0C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0C0C0C"/>
                </a:solidFill>
                <a:latin typeface="Courier New"/>
                <a:ea typeface="Courier New"/>
                <a:cs typeface="Courier New"/>
              </a:rPr>
              <a:t>assets/svg/ObskuraWhite150ppi-05.png</a:t>
            </a:r>
          </a:p>
          <a:p xmlns:a="http://schemas.openxmlformats.org/drawingml/2006/main">
            <a:pPr algn="r">
              <a:defRPr sz="825" b="0">
                <a:solidFill>
                  <a:srgbClr val="0C0C0C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0C0C0C"/>
                </a:solidFill>
                <a:latin typeface="Courier New"/>
                <a:ea typeface="Courier New"/>
                <a:cs typeface="Courier New"/>
              </a:rPr>
              <a:t>css/index.css</a:t>
            </a:r>
          </a:p>
        </p:txBody>
      </p:sp>
    </p:spTree>
    <p:extLst>
      <p:ext uri="{BB962C8B-B14F-4D97-AF65-F5344CB8AC3E}">
        <p14:creationId xmlns:p14="http://schemas.microsoft.com/office/powerpoint/2010/main" val="1325654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2026-05-22T17:20:22.8840000Z</dcterms:created>
  <dcterms:modified xsi:type="dcterms:W3CDTF">2026-05-22T17:20:22.8840000Z</dcterms:modified>
</coreProperties>
</file>